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70" r:id="rId9"/>
    <p:sldId id="262" r:id="rId10"/>
    <p:sldId id="263" r:id="rId11"/>
    <p:sldId id="271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Babu" userId="b6c4ee7978dcd1c7" providerId="LiveId" clId="{A8EAA017-DF7C-40F4-BF30-193DB0F042B9}"/>
    <pc:docChg chg="modSld">
      <pc:chgData name="Rajesh Babu" userId="b6c4ee7978dcd1c7" providerId="LiveId" clId="{A8EAA017-DF7C-40F4-BF30-193DB0F042B9}" dt="2026-10-25T09:16:06.747" v="113" actId="20577"/>
      <pc:docMkLst>
        <pc:docMk/>
      </pc:docMkLst>
      <pc:sldChg chg="modSp mod modNotesTx">
        <pc:chgData name="Rajesh Babu" userId="b6c4ee7978dcd1c7" providerId="LiveId" clId="{A8EAA017-DF7C-40F4-BF30-193DB0F042B9}" dt="2026-10-25T09:16:06.747" v="113" actId="20577"/>
        <pc:sldMkLst>
          <pc:docMk/>
          <pc:sldMk cId="0" sldId="256"/>
        </pc:sldMkLst>
        <pc:spChg chg="mod">
          <ac:chgData name="Rajesh Babu" userId="b6c4ee7978dcd1c7" providerId="LiveId" clId="{A8EAA017-DF7C-40F4-BF30-193DB0F042B9}" dt="2026-10-25T09:14:00.058" v="107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1947E-5310-452A-84BD-BCAF7D6E2375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0125C-026A-44C1-BD2F-3CB9517F9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13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0125C-026A-44C1-BD2F-3CB9517F92C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54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105156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12680" y="1463039"/>
            <a:ext cx="384048" cy="38404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0" y="1874519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"/>
              </a:defRPr>
            </a:pPr>
            <a:r>
              <a:t>WEB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ptos"/>
              </a:defRPr>
            </a:pPr>
            <a:r>
              <a:t>TEST CASE</a:t>
            </a:r>
            <a:br/>
            <a: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CBD5E1"/>
                </a:solidFill>
                <a:latin typeface="Aptos"/>
              </a:defRPr>
            </a:pPr>
            <a:r>
              <a:t>Three HTML/CSS mini-projects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Restaurant Website  •  Student Profile  •  Ame-Tech Electronics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5486400"/>
            <a:ext cx="732652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BD5E1"/>
                </a:solidFill>
                <a:latin typeface="Aptos"/>
              </a:defRPr>
            </a:pPr>
            <a:r>
              <a:rPr dirty="0"/>
              <a:t>Prepared by: _</a:t>
            </a:r>
            <a:r>
              <a:rPr lang="en-IN" dirty="0"/>
              <a:t>G . Yaswanth Phani Krishna_</a:t>
            </a:r>
            <a:br>
              <a:rPr dirty="0"/>
            </a:br>
            <a:r>
              <a:rPr dirty="0"/>
              <a:t>Course / Section: _</a:t>
            </a:r>
            <a:r>
              <a:rPr lang="en-IN" dirty="0"/>
              <a:t>CSM / Section-1</a:t>
            </a:r>
            <a:r>
              <a:rPr dirty="0"/>
              <a:t>_</a:t>
            </a:r>
            <a:br>
              <a:rPr dirty="0"/>
            </a:br>
            <a:r>
              <a:rPr dirty="0"/>
              <a:t>Date: _</a:t>
            </a:r>
            <a:r>
              <a:rPr lang="en-IN" dirty="0"/>
              <a:t>25-10-26</a:t>
            </a:r>
            <a:r>
              <a:rPr dirty="0"/>
              <a:t>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A summary of the three web development test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747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3072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"/>
              </a:defRPr>
            </a:pPr>
            <a:r>
              <a:t>01  Restaurant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39"/>
            <a:ext cx="307238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A food-focused webpage with menu cards, dish imagery, About and Contact sections, and a footer.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65960"/>
            <a:ext cx="34747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30552"/>
            <a:ext cx="3072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  <a:latin typeface="Aptos"/>
              </a:defRPr>
            </a:pPr>
            <a:r>
              <a:t>02  Student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39"/>
            <a:ext cx="307238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A personal profile page presenting student details, education, hobbies, links, abbreviations, and HTML text examples.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965960"/>
            <a:ext cx="34747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2" y="2130552"/>
            <a:ext cx="3072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923C"/>
                </a:solidFill>
                <a:latin typeface="Aptos"/>
              </a:defRPr>
            </a:pPr>
            <a:r>
              <a:t>03  Ame-Tech Electronics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606039"/>
            <a:ext cx="307238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A product showcase with electronics cards, images, prices, product search links, About and Contact sections.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BD5E1"/>
                </a:solidFill>
                <a:latin typeface="Aptos"/>
              </a:defRPr>
            </a:pPr>
            <a:r>
              <a:t>Technologies represented: HTML • CSS • Images • Links • Page sections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Test Case 1 — Restaurant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Files: Web-dev1.html and styles13.css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rPr dirty="0"/>
              <a:t>•  Displays a menu containing six dish cards.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rPr dirty="0"/>
              <a:t>•  Uses external images as CSS background images.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rPr dirty="0"/>
              <a:t>•  Includes About and Contact sections.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rPr dirty="0"/>
              <a:t>•  Provides a footer to complete the page layout.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rPr dirty="0"/>
              <a:t>•  Focuses on presenting restaurant food items in a visual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965960"/>
            <a:ext cx="42976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6328" y="213055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"/>
              </a:defRPr>
            </a:pPr>
            <a:r>
              <a:t>Main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28" y="2606039"/>
            <a:ext cx="38953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Help visitors browse a restaurant menu and view food options.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4069080"/>
            <a:ext cx="42976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96328" y="4233672"/>
            <a:ext cx="3895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  <a:latin typeface="Aptos"/>
              </a:defRPr>
            </a:pPr>
            <a:r>
              <a:t>Screenshot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4709160"/>
            <a:ext cx="389534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Paste a browser screenshot on the next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rPr dirty="0"/>
              <a:t>Restaurant Website — Screenshot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Paste a screenshot captured from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9192656" cy="4389120"/>
          </a:xfrm>
          <a:prstGeom prst="roundRect">
            <a:avLst/>
          </a:prstGeom>
          <a:solidFill>
            <a:srgbClr val="1621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BD5E1"/>
                </a:solidFill>
                <a:latin typeface="Aptos"/>
              </a:defRPr>
            </a:pPr>
            <a:r>
              <a:t>PASTE SCREENSHOT HERE</a:t>
            </a:r>
            <a:br/>
            <a:r>
              <a:t>Test Case 1: Restaurant Website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8DF78F-44F2-07CA-2DAC-FFEB7133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77561"/>
            <a:ext cx="9335943" cy="44489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202E7-5E94-1873-9716-3A77A33D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DEADBC-B3C9-8B55-60CC-DA4E3CC85380}"/>
              </a:ext>
            </a:extLst>
          </p:cNvPr>
          <p:cNvSpPr txBox="1"/>
          <p:nvPr/>
        </p:nvSpPr>
        <p:spPr>
          <a:xfrm>
            <a:off x="566928" y="384048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rPr dirty="0"/>
              <a:t>Restaurant Website — Screenshot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FC7A3-53F8-1209-2437-2D067E46B73A}"/>
              </a:ext>
            </a:extLst>
          </p:cNvPr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47B49-1759-3431-2780-348F97CDEC58}"/>
              </a:ext>
            </a:extLst>
          </p:cNvPr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Paste a screenshot captured from the browser.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F0505-9DE4-79F5-F03A-DA6D1CD608A7}"/>
              </a:ext>
            </a:extLst>
          </p:cNvPr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126713-5F92-2140-7B1B-285766B599F0}"/>
              </a:ext>
            </a:extLst>
          </p:cNvPr>
          <p:cNvSpPr/>
          <p:nvPr/>
        </p:nvSpPr>
        <p:spPr>
          <a:xfrm>
            <a:off x="731520" y="1737360"/>
            <a:ext cx="9192656" cy="4389120"/>
          </a:xfrm>
          <a:prstGeom prst="roundRect">
            <a:avLst/>
          </a:prstGeom>
          <a:solidFill>
            <a:srgbClr val="1621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BD5E1"/>
                </a:solidFill>
                <a:latin typeface="Aptos"/>
              </a:defRPr>
            </a:pPr>
            <a:r>
              <a:t>PASTE SCREENSHOT HERE</a:t>
            </a:r>
            <a:br/>
            <a:r>
              <a:t>Test Case 1: Restaurant Website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B86D22-E4DD-BFA6-7AF6-3C7A3560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34" y="1645920"/>
            <a:ext cx="9846148" cy="449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1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Test Case 2 — My Student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File: Web-dev2.html (internal CSS)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Introduces the student and displays a profile image.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Shows education details and hobbies.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Includes favorite website links and abbreviations.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Demonstrates bidirectional text and mathematical notation.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Uses a marquee element as part of the HTML examples.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011680"/>
            <a:ext cx="35661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2176272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651760"/>
            <a:ext cx="31638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Present personal and educational information in one webpage.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931920"/>
            <a:ext cx="35661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4096511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"/>
              </a:defRPr>
            </a:pPr>
            <a:r>
              <a:t>CSS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4572000"/>
            <a:ext cx="31638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Styling is included inside the HTML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Student Profile — Screenshot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Paste a screenshot captured from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44200" cy="4389120"/>
          </a:xfrm>
          <a:prstGeom prst="roundRect">
            <a:avLst/>
          </a:prstGeom>
          <a:solidFill>
            <a:srgbClr val="1621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BD5E1"/>
                </a:solidFill>
                <a:latin typeface="Aptos"/>
              </a:defRPr>
            </a:pPr>
            <a:r>
              <a:t>PASTE SCREENSHOT HERE</a:t>
            </a:r>
            <a:br/>
            <a:r>
              <a:t>Test Case 2: My Student Profile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FD991-9BF0-0C24-536A-697B99EDE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590049"/>
            <a:ext cx="11037395" cy="4605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D90F1-ABF2-81D5-AD7D-21610A9F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4332CC-36DD-D7C9-CC2F-8011285C9E9C}"/>
              </a:ext>
            </a:extLst>
          </p:cNvPr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Student Profile — Screenshot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A73FA-F6BD-B52C-823A-48A8BD80769A}"/>
              </a:ext>
            </a:extLst>
          </p:cNvPr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DFDB6-B63A-76BC-6375-B57A3BD95C9A}"/>
              </a:ext>
            </a:extLst>
          </p:cNvPr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Paste a screenshot captured from the browser.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82F21-8FEA-E44A-56CA-2ECCA29CB242}"/>
              </a:ext>
            </a:extLst>
          </p:cNvPr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B11B26-A388-3839-5FB6-C7D95AB52726}"/>
              </a:ext>
            </a:extLst>
          </p:cNvPr>
          <p:cNvSpPr/>
          <p:nvPr/>
        </p:nvSpPr>
        <p:spPr>
          <a:xfrm>
            <a:off x="731520" y="1737360"/>
            <a:ext cx="10744200" cy="4389120"/>
          </a:xfrm>
          <a:prstGeom prst="roundRect">
            <a:avLst/>
          </a:prstGeom>
          <a:solidFill>
            <a:srgbClr val="1621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BD5E1"/>
                </a:solidFill>
                <a:latin typeface="Aptos"/>
              </a:defRPr>
            </a:pPr>
            <a:r>
              <a:t>PASTE SCREENSHOT HERE</a:t>
            </a:r>
            <a:br/>
            <a:r>
              <a:t>Test Case 2: My Student Profile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E20E74-CF00-50DB-A5ED-FE116CC9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98" y="1645920"/>
            <a:ext cx="11364788" cy="458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2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Test Case 3 — Ame-Tech Electronics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Files: Web-dev3.html and styles.css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217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Shows six electronics product cards.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Uses product images from Unsplash.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Displays prices for the listed products.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Includes Amazon search links for product discovery.</a:t>
            </a:r>
          </a:p>
          <a:p>
            <a:pPr>
              <a:spcAft>
                <a:spcPts val="13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Contains About, Contact, and footer sections.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65960"/>
            <a:ext cx="38862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2130552"/>
            <a:ext cx="3483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923C"/>
                </a:solidFill>
                <a:latin typeface="Aptos"/>
              </a:defRPr>
            </a:pPr>
            <a:r>
              <a:t>Main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606039"/>
            <a:ext cx="34838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Present electronics products with basic purchase research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886200"/>
            <a:ext cx="38862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4050791"/>
            <a:ext cx="3483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"/>
              </a:defRPr>
            </a:pPr>
            <a:r>
              <a:t>Page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4526280"/>
            <a:ext cx="34838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Product cards supported by common information sections.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Ame-Tech Electronics — Screenshot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Paste a screenshot captured from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44200" cy="4389120"/>
          </a:xfrm>
          <a:prstGeom prst="roundRect">
            <a:avLst/>
          </a:prstGeom>
          <a:solidFill>
            <a:srgbClr val="1621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BD5E1"/>
                </a:solidFill>
                <a:latin typeface="Aptos"/>
              </a:defRPr>
            </a:pPr>
            <a:r>
              <a:t>PASTE SCREENSHOT HERE</a:t>
            </a:r>
            <a:br/>
            <a:r>
              <a:t>Test Case 3: Ame-Tech Electronics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298713-27F7-8359-EB4B-597C94AD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10881360" cy="4498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EAD8F-3392-C6D9-0336-A40036025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AD9E3F-6B66-D699-AD38-E6DD62FA72E1}"/>
              </a:ext>
            </a:extLst>
          </p:cNvPr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Ame-Tech Electronics — Screenshot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1680A5-DAD0-2DFB-CFCC-8612A0C162AC}"/>
              </a:ext>
            </a:extLst>
          </p:cNvPr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F0C47-EF41-22A8-2521-423268C06102}"/>
              </a:ext>
            </a:extLst>
          </p:cNvPr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Paste a screenshot captured from the browser.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E04A3-0718-89A2-CA81-315BDDA70D41}"/>
              </a:ext>
            </a:extLst>
          </p:cNvPr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D78112-3B4E-10F5-F7B7-9B88C60BA75F}"/>
              </a:ext>
            </a:extLst>
          </p:cNvPr>
          <p:cNvSpPr/>
          <p:nvPr/>
        </p:nvSpPr>
        <p:spPr>
          <a:xfrm>
            <a:off x="731520" y="1737360"/>
            <a:ext cx="10744200" cy="4389120"/>
          </a:xfrm>
          <a:prstGeom prst="roundRect">
            <a:avLst/>
          </a:prstGeom>
          <a:solidFill>
            <a:srgbClr val="1621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BD5E1"/>
                </a:solidFill>
                <a:latin typeface="Aptos"/>
              </a:defRPr>
            </a:pPr>
            <a:r>
              <a:rPr dirty="0"/>
              <a:t>PASTE SCREENSHOT HERE</a:t>
            </a:r>
            <a:br>
              <a:rPr dirty="0"/>
            </a:br>
            <a:r>
              <a:rPr dirty="0"/>
              <a:t>Test Case 3: Ame-Tech Electronics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B6EA57-415C-B015-3D04-987CF6234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45920"/>
            <a:ext cx="10935217" cy="455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Test Case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Different content goals using core HTML and CSS techniques.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05740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38528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TEST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384048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27248" y="1938528"/>
            <a:ext cx="3621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828800"/>
            <a:ext cx="429768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04888" y="1938528"/>
            <a:ext cx="4078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ptos"/>
              </a:defRPr>
            </a:pPr>
            <a:r>
              <a:t>KEY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14600"/>
            <a:ext cx="20574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2651760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Aptos"/>
              </a:defRPr>
            </a:pPr>
            <a:r>
              <a:t>Restaurant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514600"/>
            <a:ext cx="38404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45536" y="2651760"/>
            <a:ext cx="3584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Food menu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514600"/>
            <a:ext cx="42976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23176" y="2651760"/>
            <a:ext cx="4041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6 dish cards, CSS background images, About/Contact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74720"/>
            <a:ext cx="20574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" y="3611879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Aptos"/>
              </a:defRPr>
            </a:pPr>
            <a:r>
              <a:t>Student 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474720"/>
            <a:ext cx="38404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45536" y="3611879"/>
            <a:ext cx="3584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Personal details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3474720"/>
            <a:ext cx="42976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3176" y="3611879"/>
            <a:ext cx="4041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Profile image, education, links, HTML text 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20574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4572000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Aptos"/>
              </a:defRPr>
            </a:pPr>
            <a:r>
              <a:t>Ame-Tech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4434840"/>
            <a:ext cx="38404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45536" y="4572000"/>
            <a:ext cx="3584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Electronics catalog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4434840"/>
            <a:ext cx="429768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23176" y="4572000"/>
            <a:ext cx="4041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6 product cards, prices, product search links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BD5E1"/>
                </a:solidFill>
                <a:latin typeface="Aptos"/>
              </a:defRPr>
            </a:pPr>
            <a:r>
              <a:t>Key takeaways from the three test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3756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93392"/>
            <a:ext cx="2935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"/>
              </a:defRPr>
            </a:pPr>
            <a:r>
              <a:t>Content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6888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The projects show how webpages can organize food, personal information, and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2935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  <a:latin typeface="Aptos"/>
              </a:defRPr>
            </a:pPr>
            <a:r>
              <a:t>HTML &amp;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46888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The examples use page sections, images, links, cards, and styling to structure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337560" cy="2148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993392"/>
            <a:ext cx="2935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923C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468880"/>
            <a:ext cx="29352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Use the three screenshot slides to document how each webpage looks in a browser.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1F5F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Aptos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656</Words>
  <Application>Microsoft Office PowerPoint</Application>
  <PresentationFormat>Widescreen</PresentationFormat>
  <Paragraphs>102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Babu</cp:lastModifiedBy>
  <cp:revision>2</cp:revision>
  <dcterms:created xsi:type="dcterms:W3CDTF">2013-01-27T09:14:16Z</dcterms:created>
  <dcterms:modified xsi:type="dcterms:W3CDTF">2026-10-25T09:16:08Z</dcterms:modified>
  <cp:category/>
</cp:coreProperties>
</file>